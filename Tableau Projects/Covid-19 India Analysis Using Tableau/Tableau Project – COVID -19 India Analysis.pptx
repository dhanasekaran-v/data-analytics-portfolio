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3594" y="546465"/>
            <a:ext cx="8772818" cy="472439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Project – COVID 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India Analysis (2020 – 2023)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120" y="1841863"/>
            <a:ext cx="6682760" cy="3522617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   Name </a:t>
            </a:r>
            <a:r>
              <a:rPr lang="en-US" sz="2400" dirty="0">
                <a:solidFill>
                  <a:schemeClr val="tx1"/>
                </a:solidFill>
              </a:rPr>
              <a:t>: </a:t>
            </a:r>
            <a:r>
              <a:rPr lang="en-US" sz="2400" dirty="0" smtClean="0">
                <a:solidFill>
                  <a:schemeClr val="tx1"/>
                </a:solidFill>
              </a:rPr>
              <a:t>v . DHANASEKARAN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Course : Data analysis &amp; data science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  Batch : </a:t>
            </a:r>
            <a:r>
              <a:rPr lang="en-US" sz="2400" dirty="0" err="1" smtClean="0">
                <a:solidFill>
                  <a:schemeClr val="tx1"/>
                </a:solidFill>
              </a:rPr>
              <a:t>april</a:t>
            </a:r>
            <a:r>
              <a:rPr lang="en-US" sz="2400" dirty="0" smtClean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tx1"/>
                </a:solidFill>
              </a:rPr>
              <a:t>2025 &amp; an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 smtClean="0">
                <a:solidFill>
                  <a:schemeClr val="tx1"/>
                </a:solidFill>
              </a:rPr>
              <a:t>    </a:t>
            </a:r>
            <a:r>
              <a:rPr lang="en-US" sz="2400" dirty="0">
                <a:solidFill>
                  <a:schemeClr val="tx1"/>
                </a:solidFill>
              </a:rPr>
              <a:t>Date : </a:t>
            </a:r>
            <a:r>
              <a:rPr lang="en-US" sz="2400" dirty="0" smtClean="0">
                <a:solidFill>
                  <a:schemeClr val="tx1"/>
                </a:solidFill>
              </a:rPr>
              <a:t>14/07/2025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91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49" y="2299584"/>
            <a:ext cx="3050676" cy="606031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24" y="2468744"/>
            <a:ext cx="5673634" cy="4167188"/>
          </a:xfrm>
        </p:spPr>
      </p:pic>
      <p:sp>
        <p:nvSpPr>
          <p:cNvPr id="5" name="TextBox 4"/>
          <p:cNvSpPr txBox="1"/>
          <p:nvPr/>
        </p:nvSpPr>
        <p:spPr>
          <a:xfrm>
            <a:off x="744582" y="2905615"/>
            <a:ext cx="4963886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/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Dataset Created Using The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Makaroo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Dataset Contains The COVID – 19 Pandemic Period 2020 -2023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Patient Id, Age, City, State, Report Date, Gender , Etc..,</a:t>
            </a:r>
            <a:endParaRPr lang="en-IN" sz="20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Contained The Patient Recovery Date And Death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849" y="235131"/>
            <a:ext cx="241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  <a:endParaRPr lang="en-I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46111" y="700866"/>
            <a:ext cx="91618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Dataset To Identify The COVID – 19 Impact In India During 2020 - 2023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An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Genderwise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Impacts, Most Affected States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 Interactive, Insightful, Dashboard Using Tableau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9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3938951" cy="51393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0" y="1530123"/>
            <a:ext cx="6874994" cy="4400414"/>
          </a:xfrm>
        </p:spPr>
      </p:pic>
      <p:sp>
        <p:nvSpPr>
          <p:cNvPr id="6" name="TextBox 5"/>
          <p:cNvSpPr txBox="1"/>
          <p:nvPr/>
        </p:nvSpPr>
        <p:spPr>
          <a:xfrm>
            <a:off x="1881051" y="29652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81670" y="1180499"/>
            <a:ext cx="4867834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– Total Confirmed , Recovered , Death Cases And Recovery , Death Rate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– Using The Line Chart To Visualize The Gender And Wave By Confirmed Cases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To Visualize The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Genderwise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Confirmed Cases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– Visualize The Number Of Death By State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33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2540842" cy="623047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 :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4635" y="1350085"/>
            <a:ext cx="11490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 2 And Post-wave Are The Most Confirmed Cases Occurred During 2020 – 2023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Male And Female Gender Are Nearly Equally Impacted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Tamilnadu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Maharastra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Utter Pradesh Are The Highest COVID-19 Deaths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West Bengal Has The Least Number On Deaths Were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Ocuured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Recovery Rate Is About 33.4% And Death Rate Is About To 32.8%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28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3351122" cy="68375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829" y="1245966"/>
            <a:ext cx="10762641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Insights Through The Data’s Like Vaccination Status Help To Find The Recovery And Death Rate Across The Waves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The Hospital Availability And The Resources(like Beds, Oxygen Cylinder ,ICU Rooms)were Before Next Wave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Dataset Using District Level Analyze To Get An More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An Forecast Techniques To The Future Predictions And Advanced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58553" y="5970494"/>
            <a:ext cx="1970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19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250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111</TotalTime>
  <Words>312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Century Gothic</vt:lpstr>
      <vt:lpstr>Times New Roman</vt:lpstr>
      <vt:lpstr>Wingdings</vt:lpstr>
      <vt:lpstr>Wingdings 3</vt:lpstr>
      <vt:lpstr>Ion</vt:lpstr>
      <vt:lpstr>Tableau Project – COVID -19 India Analysis (2020 – 2023)</vt:lpstr>
      <vt:lpstr>Dataset Overview :</vt:lpstr>
      <vt:lpstr>Dashboard Overview :</vt:lpstr>
      <vt:lpstr>Key Insights : </vt:lpstr>
      <vt:lpstr>Recommendations:</vt:lpstr>
      <vt:lpstr>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Project – COVID -19 India Analysis (2020 - 2</dc:title>
  <dc:creator>LENOVO</dc:creator>
  <cp:lastModifiedBy>LENOVO</cp:lastModifiedBy>
  <cp:revision>12</cp:revision>
  <dcterms:created xsi:type="dcterms:W3CDTF">2025-07-14T08:46:47Z</dcterms:created>
  <dcterms:modified xsi:type="dcterms:W3CDTF">2025-07-14T10:38:38Z</dcterms:modified>
</cp:coreProperties>
</file>